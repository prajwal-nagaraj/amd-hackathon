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re-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task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omponent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mponent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strategy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token-tac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oncurrency-d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eval-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submission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ocker-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why-this-w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success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